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Customer Review Analysis using NLP, ML, DL, and LLM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Daniel Kim</a:t>
            </a:r>
          </a:p>
          <a:p>
            <a:r>
              <a:t>Capstone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• Analyze customer reviews</a:t>
            </a:r>
          </a:p>
          <a:p>
            <a:pPr>
              <a:defRPr sz="2200"/>
            </a:pPr>
            <a:r>
              <a:t>• Predict sentiment and ratings</a:t>
            </a:r>
          </a:p>
          <a:p>
            <a:pPr>
              <a:defRPr sz="2200"/>
            </a:pPr>
            <a:r>
              <a:t>• Summarize reviews</a:t>
            </a:r>
          </a:p>
          <a:p>
            <a:pPr>
              <a:defRPr sz="2200"/>
            </a:pPr>
            <a:r>
              <a:t>• Deploy a Gradio application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• 1,465 Amazon reviews</a:t>
            </a:r>
          </a:p>
          <a:p>
            <a:pPr>
              <a:defRPr sz="2200"/>
            </a:pPr>
            <a:r>
              <a:t>• Structured and unstructured data</a:t>
            </a:r>
          </a:p>
          <a:p>
            <a:pPr>
              <a:defRPr sz="2200"/>
            </a:pPr>
            <a:r>
              <a:t>• Ratings, prices, categories, review text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Preprocessing &amp; EDA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• Missing values</a:t>
            </a:r>
          </a:p>
          <a:p>
            <a:pPr>
              <a:defRPr sz="2200"/>
            </a:pPr>
            <a:r>
              <a:t>• Data cleaning</a:t>
            </a:r>
          </a:p>
          <a:p>
            <a:pPr>
              <a:defRPr sz="2200"/>
            </a:pPr>
            <a:r>
              <a:t>• BeautifulSoup, Regex, NLTK</a:t>
            </a:r>
          </a:p>
          <a:p>
            <a:pPr>
              <a:defRPr sz="2200"/>
            </a:pPr>
            <a:r>
              <a:t>• Visualizations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 Engineering &amp;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• Review length</a:t>
            </a:r>
          </a:p>
          <a:p>
            <a:pPr>
              <a:defRPr sz="2200"/>
            </a:pPr>
            <a:r>
              <a:t>• TF-IDF</a:t>
            </a:r>
          </a:p>
          <a:p>
            <a:pPr>
              <a:defRPr sz="2200"/>
            </a:pPr>
            <a:r>
              <a:t>• Sentiment polarity</a:t>
            </a:r>
          </a:p>
          <a:p>
            <a:pPr>
              <a:defRPr sz="2200"/>
            </a:pPr>
            <a:r>
              <a:t>• Logistic Regression, Decision Tree, Random Forest</a:t>
            </a:r>
          </a:p>
          <a:p>
            <a:pPr>
              <a:defRPr sz="2200"/>
            </a:pPr>
            <a:r>
              <a:t>• Linear, Ridge, Lasso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Deep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• Bidirectional LSTM</a:t>
            </a:r>
          </a:p>
          <a:p>
            <a:pPr>
              <a:defRPr sz="2200"/>
            </a:pPr>
            <a:r>
              <a:t>• Tokenization</a:t>
            </a:r>
          </a:p>
          <a:p>
            <a:pPr>
              <a:defRPr sz="2200"/>
            </a:pPr>
            <a:r>
              <a:t>• Padding</a:t>
            </a:r>
          </a:p>
          <a:p>
            <a:pPr>
              <a:defRPr sz="2200"/>
            </a:pPr>
            <a:r>
              <a:t>• Sentiment prediction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• Extractive (TF-IDF)</a:t>
            </a:r>
          </a:p>
          <a:p>
            <a:pPr>
              <a:defRPr sz="2200"/>
            </a:pPr>
            <a:r>
              <a:t>• Abstractive (OpenAI GPT-4o-mini)</a:t>
            </a:r>
          </a:p>
          <a:p>
            <a:pPr>
              <a:defRPr sz="2200"/>
            </a:pPr>
            <a:r>
              <a:t>• User-selectable method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Gradio Demo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• Input reviews</a:t>
            </a:r>
          </a:p>
          <a:p>
            <a:pPr>
              <a:defRPr sz="2200"/>
            </a:pPr>
            <a:r>
              <a:t>• Choose summarization method</a:t>
            </a:r>
          </a:p>
          <a:p>
            <a:pPr>
              <a:defRPr sz="2200"/>
            </a:pPr>
            <a:r>
              <a:t>• Generate summary</a:t>
            </a:r>
          </a:p>
          <a:p>
            <a:pPr>
              <a:defRPr sz="2200"/>
            </a:pPr>
            <a:r>
              <a:t>• Predict sentiment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• End-to-end AI pipeline</a:t>
            </a:r>
          </a:p>
          <a:p>
            <a:pPr>
              <a:defRPr sz="2200"/>
            </a:pPr>
            <a:r>
              <a:t>• NLP + ML + DL + LLM</a:t>
            </a:r>
          </a:p>
          <a:p>
            <a:pPr>
              <a:defRPr sz="2200"/>
            </a:pPr>
            <a:r>
              <a:t>• Interactive deployment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